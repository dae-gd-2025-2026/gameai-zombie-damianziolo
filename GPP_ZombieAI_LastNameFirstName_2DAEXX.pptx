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05/27/2026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soby w pakietach Hi-Tech">
            <a:extLst>
              <a:ext uri="{FF2B5EF4-FFF2-40B4-BE49-F238E27FC236}">
                <a16:creationId xmlns:a16="http://schemas.microsoft.com/office/drawing/2014/main" id="{10D98C6E-AD62-75F6-A763-96E630A8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437044" cy="3204134"/>
          </a:xfrm>
        </p:spPr>
        <p:txBody>
          <a:bodyPr anchor="b">
            <a:normAutofit/>
          </a:bodyPr>
          <a:lstStyle/>
          <a:p>
            <a:pPr algn="l"/>
            <a:r>
              <a:rPr lang="pl-PL" dirty="0" err="1">
                <a:solidFill>
                  <a:schemeClr val="bg1"/>
                </a:solidFill>
              </a:rPr>
              <a:t>Algorithms</a:t>
            </a:r>
            <a:r>
              <a:rPr lang="pl-PL" dirty="0">
                <a:solidFill>
                  <a:schemeClr val="bg1"/>
                </a:solidFill>
              </a:rPr>
              <a:t> 2</a:t>
            </a:r>
            <a:r>
              <a:rPr lang="en-US" dirty="0">
                <a:solidFill>
                  <a:schemeClr val="bg1"/>
                </a:solidFill>
              </a:rPr>
              <a:t> Exam: Zombie AI</a:t>
            </a:r>
            <a:endParaRPr lang="en-B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776455" cy="1208141"/>
          </a:xfrm>
        </p:spPr>
        <p:txBody>
          <a:bodyPr>
            <a:normAutofit/>
          </a:bodyPr>
          <a:lstStyle/>
          <a:p>
            <a:pPr algn="l"/>
            <a:r>
              <a:rPr lang="pl-PL" sz="4800" i="1" dirty="0">
                <a:solidFill>
                  <a:schemeClr val="bg1"/>
                </a:solidFill>
              </a:rPr>
              <a:t>Damian Zioło</a:t>
            </a:r>
            <a:endParaRPr lang="en-BE" sz="4800" i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61" y="-2011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Decision Making</a:t>
            </a:r>
            <a:endParaRPr lang="en-BE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9AAD28B-CEC2-5EB7-06EB-06B15893D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46" y="809625"/>
            <a:ext cx="9618630" cy="57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807337"/>
            <a:ext cx="583692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agent remembers nearby zombies and calculates a flee direction away from them. If it has a weapon, it rotates toward the closest zombie while still moving away, allowing it to “kite” enemies. It only shoots when it is facing the zombie correctly and the weapon has ammo</a:t>
            </a:r>
            <a:r>
              <a:rPr lang="pl-PL" dirty="0"/>
              <a:t>.</a:t>
            </a:r>
            <a:r>
              <a:rPr lang="en-US" dirty="0"/>
              <a:t> If the agent is damaged from behind, it can create a temporary “ghost zombie” memory behind itself to react to unseen threats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191</Words>
  <Application>Microsoft Office PowerPoint</Application>
  <PresentationFormat>Panoramiczny</PresentationFormat>
  <Paragraphs>16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Algorithms 2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ariel.z@interia.pl</cp:lastModifiedBy>
  <cp:revision>3</cp:revision>
  <dcterms:created xsi:type="dcterms:W3CDTF">2021-12-17T12:45:32Z</dcterms:created>
  <dcterms:modified xsi:type="dcterms:W3CDTF">2026-05-27T21:02:37Z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